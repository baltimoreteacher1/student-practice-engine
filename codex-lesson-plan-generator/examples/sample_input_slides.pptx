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Determine Area of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Lesson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shapes do you notice?</a:t>
            </a:r>
          </a:p>
          <a:p>
            <a:pPr>
              <a:defRPr sz="2000"/>
            </a:pPr>
            <a:r>
              <a:t>Estimate which shape has the greater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Standard: 6.G.A.1</a:t>
            </a:r>
          </a:p>
          <a:p>
            <a:pPr>
              <a:defRPr sz="2000"/>
            </a:pPr>
            <a:r>
              <a:t>I can determine the area of a triangle using a related rectangle or parallelogram.</a:t>
            </a:r>
          </a:p>
          <a:p>
            <a:pPr>
              <a:defRPr sz="2000"/>
            </a:pPr>
            <a:r>
              <a:t>Success Criteria</a:t>
            </a:r>
          </a:p>
          <a:p>
            <a:pPr>
              <a:defRPr sz="2000"/>
            </a:pPr>
            <a:r>
              <a:t>I can identify the base and height.</a:t>
            </a:r>
          </a:p>
          <a:p>
            <a:pPr>
              <a:defRPr sz="2000"/>
            </a:pPr>
            <a:r>
              <a:t>I can explain why the triangle area formula works.</a:t>
            </a:r>
          </a:p>
          <a:p>
            <a:pPr>
              <a:defRPr sz="2000"/>
            </a:pPr>
            <a:r>
              <a:t>I can solve a source problem and justify my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Rectangle area review</a:t>
            </a:r>
          </a:p>
          <a:p>
            <a:pPr>
              <a:defRPr sz="2000"/>
            </a:pPr>
            <a:r>
              <a:t>How does the rectangle help you reason about triangle area?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Guided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Triangle A has base 10 units and height 6 units. What is its area?</a:t>
            </a:r>
          </a:p>
          <a:p>
            <a:pPr>
              <a:defRPr sz="2000"/>
            </a:pPr>
            <a:r>
              <a:t>Which measurement is the height?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Find the area of Triangle B with base 12 units and height 9 units.</a:t>
            </a:r>
          </a:p>
          <a:p>
            <a:pPr>
              <a:defRPr sz="2000"/>
            </a:pPr>
            <a:r>
              <a:t>Show your work and label units.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Explain why doubling the triangle creates a parallelogram.</a:t>
            </a:r>
          </a:p>
          <a:p>
            <a:pPr>
              <a:defRPr sz="2000"/>
            </a:pPr>
            <a:r>
              <a:t>What misconception should we watch for?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triangle has area 24 square units and height 6 units. What is the base?</a:t>
            </a:r>
          </a:p>
          <a:p>
            <a:pPr>
              <a:defRPr sz="2000"/>
            </a:pPr>
            <a:r>
              <a:t>Explain your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